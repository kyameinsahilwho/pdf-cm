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BE123C"/>
                </a:solidFill>
              </a:defRPr>
            </a:pPr>
            <a:r>
              <a:t>Page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• Test Title Header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Sample paragraph line with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